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01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20040"/>
            <a:ext cx="2011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SIH 2025  |  Problem #1629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Indian Freelancers with Opportunities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2004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Members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23IT060-Deep </a:t>
            </a:r>
            <a:r>
              <a:rPr lang="en-US" sz="1200" b="1" dirty="0" err="1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Marodiya</a:t>
            </a: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23IT037-Meet Jakasaniya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Smart Education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Software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ASP.NET Core 8.0 + SQL Server + SignalR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1629 | Government of Punjab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significant gap in connecting freelancers and gig workers with short-term and project-based job opportunities. A platform like Upwork is needed to seamlessly connect freelancers with employers and provide tools for managing freelance projects.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54864" cy="1188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350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Freelance Job Marketplace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for short-term gigs. Employers post projects, freelancers apply.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2402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24028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350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Freelancer Profiles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6974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profiles with skills, portfolio, rating &amp; review system.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6616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675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Search &amp; AI Analytics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0233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search, AI insights, recommendation system for jobs.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5661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56616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675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Escrow &amp; Payments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0233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accounts to hold funds until job delivery. Secure payment gateways.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Indian freelancing marketplace with AI-powered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88920" cy="1508760"/>
          </a:xfrm>
          <a:prstGeom prst="rect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Marketplace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 &amp; filter projects by skill/category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788920" cy="1508760"/>
          </a:xfrm>
          <a:prstGeom prst="rect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46120" y="1965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proposals, accept/reject with duplicate prevention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788920" cy="1508760"/>
          </a:xfrm>
          <a:prstGeom prst="rect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SignalR-powered messaging with typing indicators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2788920" cy="1508760"/>
          </a:xfrm>
          <a:prstGeom prst="rect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46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74320" y="36576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microservice for job/freelancer matching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3108960"/>
            <a:ext cx="2788920" cy="1508760"/>
          </a:xfrm>
          <a:prstGeom prst="rect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246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46120" y="36576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977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metrics, earnings, success rates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2788920" cy="1508760"/>
          </a:xfrm>
          <a:prstGeom prst="rect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246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17920" y="36576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Escrow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977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transactions with contract-based releases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371600" cy="457200"/>
          </a:xfrm>
          <a:prstGeom prst="rect">
            <a:avLst/>
          </a:prstGeom>
          <a:solidFill>
            <a:srgbClr val="4F46E5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914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8.0  |  C# 12  |  .NET 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35608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35608"/>
            <a:ext cx="1371600" cy="457200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35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1435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LocalDB  |  Entity Framework Core 8.0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56816"/>
            <a:ext cx="1371600" cy="45720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568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195681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3.4.1  |  jQuery  |  Font Awesome 6.4  |  Google Fonts (Inter)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78024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78024"/>
            <a:ext cx="1371600" cy="457200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4780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24780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1.1.0 — Chat Hub with typing indicators &amp; online status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99232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99232"/>
            <a:ext cx="1371600" cy="457200"/>
          </a:xfrm>
          <a:prstGeom prst="rect">
            <a:avLst/>
          </a:prstGeom>
          <a:solidFill>
            <a:srgbClr val="F43F5E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999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29992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Identity  |  JWT Bearer Tokens  |  OTP Email Verification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20440"/>
            <a:ext cx="1371600" cy="457200"/>
          </a:xfrm>
          <a:prstGeom prst="rect">
            <a:avLst/>
          </a:prstGeom>
          <a:solidFill>
            <a:srgbClr val="22C55E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520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74520" y="3520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Microservice — Recommender + Insights engines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41648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041648"/>
            <a:ext cx="1371600" cy="457200"/>
          </a:xfrm>
          <a:prstGeom prst="rect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041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74520" y="40416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|  Serilog (rolling logs)  |  Swagger / Swashbuckle 6.5.0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562856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4562856"/>
            <a:ext cx="1371600" cy="457200"/>
          </a:xfrm>
          <a:prstGeom prst="rect">
            <a:avLst/>
          </a:prstGeom>
          <a:solidFill>
            <a:srgbClr val="64748B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5628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874520" y="45628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+  Unit of Work  +  Service Layer  +  AutoMapper  +  FluentValidation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645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16459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Browser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Mobile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914400"/>
            <a:ext cx="1828800" cy="10972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Controllers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 controllers)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914400"/>
            <a:ext cx="182880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services)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0" y="914400"/>
            <a:ext cx="21031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914400"/>
            <a:ext cx="21031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of Work)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1417320"/>
            <a:ext cx="347472" cy="91440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13350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2FE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1417320"/>
            <a:ext cx="347472" cy="91440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14" name="Text 12"/>
          <p:cNvSpPr/>
          <p:nvPr/>
        </p:nvSpPr>
        <p:spPr>
          <a:xfrm>
            <a:off x="4370832" y="13350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2FE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347472" cy="91440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13350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2FE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468880"/>
            <a:ext cx="2743200" cy="822960"/>
          </a:xfrm>
          <a:prstGeom prst="rect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468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8.0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2468880"/>
            <a:ext cx="21031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468880"/>
            <a:ext cx="2560320" cy="8229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468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Hub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(Real-time Chat)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657600"/>
            <a:ext cx="2560320" cy="822960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657600"/>
            <a:ext cx="5577840" cy="8229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657600"/>
            <a:ext cx="55778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ASP.NET Identity + JWT Bearer  |  Logging: Serilog  |  Mapping: AutoMapper  |  Docs: Swagger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Completed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692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User Auth &amp; Roles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124358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Register/Login + OTP email verification, Role-based access (Admin/Client/Freelancer), JWT Bearer + Cookie auth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14400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9692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Project Marketplace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10328" y="124358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projects with pagination, search &amp; category filter. Create/Edit/Delete projects with full CRUD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773936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73936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828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Bidding System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048" y="210312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proposals, duplicate prevention, Accept/Reject/Withdraw bids, auto-contract creation on acceptance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773936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773936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1828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Contract Management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0328" y="210312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lifecycle management (Active → Complete/Cancel), paginated contract list with detail view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633472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33472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6883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Messaging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" y="296265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ChatHub with typing indicators, online status, paginated conversation history, AJAX send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633472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633472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10328" y="26883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Portfolio System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10328" y="296265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portfolio with cases, images, client testimonials and public showcase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493008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493008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3547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Freelancer Directory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84048" y="3822192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freelancer browse with profiles, ratings, skill tags and top-rated ranking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493008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493008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10328" y="3547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Dashboard &amp; Analytics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10328" y="3822192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cards, activity feed, performance metrics, earnings overview, success rate charts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352544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352544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Profiles &amp; Settings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84048" y="468172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freelancer/client profiles, skills management, password change, dark/light theme toggle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4352544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4352544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910328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Microservice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10328" y="468172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recommender.py (job matching), insights.py (data insights) — microservice built &amp; integrated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&amp; Future Add-ons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solidFill>
            <a:srgbClr val="F43F5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Remaining (In Progress)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4023360" cy="548640"/>
          </a:xfrm>
          <a:prstGeom prst="rect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89888"/>
            <a:ext cx="45720" cy="5486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26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&amp; Payment Gateway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PaymentTransaction entity exists; Razorpay/Stripe integration &amp; escrow release flow pending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002536"/>
            <a:ext cx="4023360" cy="548640"/>
          </a:xfrm>
          <a:prstGeom prst="rect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02536"/>
            <a:ext cx="45720" cy="5486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39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Module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27685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&amp; view scaffolded; real earnings aggregation logic &amp; payout system not yet built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647083"/>
            <a:ext cx="4023360" cy="548640"/>
          </a:xfrm>
          <a:prstGeom prst="rect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9050" y="2651800"/>
            <a:ext cx="45720" cy="5486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683949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29261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seeded; admin-specific dashboard &amp; moderation tools not implemented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868680"/>
            <a:ext cx="4160520" cy="384048"/>
          </a:xfrm>
          <a:prstGeom prst="rect">
            <a:avLst/>
          </a:prstGeom>
          <a:solidFill>
            <a:srgbClr val="4F46E5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8686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Add-ons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389888"/>
            <a:ext cx="4160520" cy="402336"/>
          </a:xfrm>
          <a:prstGeom prst="rect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389888"/>
            <a:ext cx="4572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142646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Interview Module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160934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video calls between clients and freelancers before hiring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856232"/>
            <a:ext cx="4160520" cy="402336"/>
          </a:xfrm>
          <a:prstGeom prst="rect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1856232"/>
            <a:ext cx="4572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189280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Builder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73168" y="20756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freelancer profiles &amp; proposals using GPT integration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322576"/>
            <a:ext cx="4160520" cy="402336"/>
          </a:xfrm>
          <a:prstGeom prst="rect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322576"/>
            <a:ext cx="4572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23591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Assessment Tests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73168" y="254203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badges after passing skill-based assessments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2788920"/>
            <a:ext cx="4160520" cy="402336"/>
          </a:xfrm>
          <a:prstGeom prst="rect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788920"/>
            <a:ext cx="4572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4773168" y="282549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(Flutter)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73168" y="30083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iOS/Android app for on-the-go freelancing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58868" y="3280909"/>
            <a:ext cx="4160520" cy="402336"/>
          </a:xfrm>
          <a:prstGeom prst="rect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3269137"/>
            <a:ext cx="4572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4750308" y="329509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773168" y="35105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&amp; regional language UI for tier-2/3 Indian cities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86300" y="3790135"/>
            <a:ext cx="4160520" cy="402336"/>
          </a:xfrm>
          <a:prstGeom prst="rect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95444" y="3792763"/>
            <a:ext cx="4572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4750308" y="3847837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732020" y="404143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listings, featured freelancer &amp; analytics for clients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 Deep Dive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5196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51960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AI Microservice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recommender.py — matches freelancers to jobs based on skills &amp; history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insights.py — aggregates platform analytics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endpoints consumed by .NET backend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collaborative + content-based filtering approach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14173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74650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" y="20756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40487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35915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collaborative + content-based filtering approach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914400"/>
            <a:ext cx="425196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914400"/>
            <a:ext cx="4251960" cy="3840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914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Real-time Messaging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0" y="13716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ChatHub at /chatHub endpoint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typing indicators &amp; online/offline status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conversation history with lazy loading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attachments support via FileUploadService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10328" y="141732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4910328" y="1746504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910328" y="2075688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5047488" y="202996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conversation history with lazy loading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10328" y="2404872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235915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attachments support via FileUploadService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017520"/>
            <a:ext cx="425196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017520"/>
            <a:ext cx="425196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0175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Contract &amp; Bid Flow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11480" y="347472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posts project → Freelancers bid → Client accepts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Auto-creates Contract from accepted bid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holds payment → Released on contract complete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Post-contract review unlocked after completion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4048" y="352044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048" y="384962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384048" y="417880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413308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holds payment → Released on contract complete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4048" y="450799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446227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Post-contract review unlocked after completion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3017520"/>
            <a:ext cx="425196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017520"/>
            <a:ext cx="425196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30175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 &amp; Security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937760" y="347472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email verification on registration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Role-based: Admin / Client / Freelancer policies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for API + Cookie for MVC views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Anti-forgery CSRF header, HTTPS enforced, soft deletes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910328" y="35204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6" name="Shape 44"/>
          <p:cNvSpPr/>
          <p:nvPr/>
        </p:nvSpPr>
        <p:spPr>
          <a:xfrm>
            <a:off x="4910328" y="384962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Shape 46"/>
          <p:cNvSpPr/>
          <p:nvPr/>
        </p:nvSpPr>
        <p:spPr>
          <a:xfrm>
            <a:off x="4910328" y="4178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5047488" y="413308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for API + Cookie for MVC views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910328" y="45079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5047488" y="446227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Anti-forgery CSRF header, HTTPS enforced, soft deletes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Differentiators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FreelanceIndia stand out from existing platforms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816352" cy="1645920"/>
          </a:xfrm>
          <a:prstGeom prst="rect">
            <a:avLst/>
          </a:prstGeom>
          <a:solidFill>
            <a:srgbClr val="4F46E5">
              <a:alpha val="16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🇮🇳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India-First 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213055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freelancers — regional context, rupee-based, vernacular-ready roadmap for tier-2/3 cities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1234440"/>
            <a:ext cx="2816352" cy="1645920"/>
          </a:xfrm>
          <a:prstGeom prst="rect">
            <a:avLst/>
          </a:prstGeom>
          <a:solidFill>
            <a:srgbClr val="4F46E5">
              <a:alpha val="16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3716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19272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00984" y="213055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Python microservice (not a plugin) for intelligent recommendations and real-time platform insights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81344" y="1234440"/>
            <a:ext cx="2816352" cy="1645920"/>
          </a:xfrm>
          <a:prstGeom prst="rect">
            <a:avLst/>
          </a:prstGeom>
          <a:solidFill>
            <a:srgbClr val="4F46E5">
              <a:alpha val="16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3716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72784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54496" y="213055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Repository + Unit of Work + Service Layer — production-grade patterns matching industry standards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2816352" cy="1645920"/>
          </a:xfrm>
          <a:prstGeom prst="rect">
            <a:avLst/>
          </a:prstGeom>
          <a:solidFill>
            <a:srgbClr val="4F46E5">
              <a:alpha val="16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004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65760" y="3657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Everything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395935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powers live chat, typing, notifications — no polling delays, instant user engagement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27832" y="3063240"/>
            <a:ext cx="2816352" cy="1645920"/>
          </a:xfrm>
          <a:prstGeom prst="rect">
            <a:avLst/>
          </a:prstGeom>
          <a:solidFill>
            <a:srgbClr val="4F46E5">
              <a:alpha val="16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32004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🌙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19272" y="3657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00984" y="395935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dark mode via Tailwind class strategy with localStorage persistence — modern UX out of the box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1344" y="3063240"/>
            <a:ext cx="2816352" cy="1645920"/>
          </a:xfrm>
          <a:prstGeom prst="rect">
            <a:avLst/>
          </a:prstGeom>
          <a:solidFill>
            <a:srgbClr val="4F46E5">
              <a:alpha val="16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32004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72784" y="3657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Contract Flow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4496" y="395935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job post → bid → escrow → completion → review — a complete closed-loop workflow on one platform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FreelanceIndia — Connecting India's Gig Economy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3657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ID: 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6060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1629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08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Organisation: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30083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Skill Development Mission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410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34107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8.0 + SQL Server + Python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813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Size: 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813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Members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215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421538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github.com/meetjaka/freelancing_sgp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1092</Words>
  <Application>Microsoft Office PowerPoint</Application>
  <PresentationFormat>On-screen Show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SGP Freelancing Platform – SIH 1629</dc:title>
  <dc:subject>PptxGenJS Presentation</dc:subject>
  <dc:creator>PptxGenJS</dc:creator>
  <cp:lastModifiedBy>Meet Jakasaniya</cp:lastModifiedBy>
  <cp:revision>8</cp:revision>
  <dcterms:created xsi:type="dcterms:W3CDTF">2026-04-02T19:26:58Z</dcterms:created>
  <dcterms:modified xsi:type="dcterms:W3CDTF">2026-04-03T09:46:31Z</dcterms:modified>
</cp:coreProperties>
</file>